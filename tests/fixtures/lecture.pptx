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CoFolio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descent follows the negative gradient.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rate controls the size of each update.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