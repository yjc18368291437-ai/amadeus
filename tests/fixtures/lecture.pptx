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Amadeus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Gradient descent follows the negative gradient.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Second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Learning rate controls the size of each update.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